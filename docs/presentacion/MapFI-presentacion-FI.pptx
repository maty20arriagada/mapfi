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81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920240"/>
            <a:ext cx="822960" cy="1005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Segoe UI"/>
              </a:rPr>
              <a:t>MapFI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0">
                <a:solidFill>
                  <a:srgbClr val="C8A24B"/>
                </a:solidFill>
                <a:latin typeface="Segoe UI"/>
              </a:rPr>
              <a:t>Un solo calendario para toda la Facultad de Ingeniería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434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C9D6E4"/>
                </a:solidFill>
                <a:latin typeface="Segoe UI"/>
              </a:rPr>
              <a:t>Para que tu actividad no compita con un certamen —
y para que puedas demostrar lo que hiciste.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38251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FA6BE"/>
                </a:solidFill>
                <a:latin typeface="Segoe UI"/>
              </a:rPr>
              <a:t>CEEIND 2026 · Plan Estratégico 2030 · en colaboración con GIIA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566928" cy="8229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3257"/>
                </a:solidFill>
                <a:latin typeface="Segoe UI"/>
              </a:rPr>
              <a:t>Esto ya te pasó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El problema no es organizar. Es que nadie llegue.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15600" cy="137160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54864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95728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900" b="1">
                <a:solidFill>
                  <a:srgbClr val="B91C1C"/>
                </a:solidFill>
                <a:latin typeface="Segoe UI"/>
              </a:rPr>
              <a:t>“Organizamos la charla, difundimos dos semanas y llegaron 12 personas.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B91C1C"/>
                </a:solidFill>
                <a:latin typeface="Segoe UI"/>
              </a:rPr>
              <a:t>Ese mismo día había certamen de Cálculo I para tres carreras.”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0F2033"/>
                </a:solidFill>
                <a:latin typeface="Segoe UI"/>
              </a:rPr>
              <a:t>Hoy no hay forma de saberlo antes. Y pasa por tres razones: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34840"/>
            <a:ext cx="3310128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434840"/>
            <a:ext cx="50292" cy="1600200"/>
          </a:xfrm>
          <a:prstGeom prst="rect">
            <a:avLst/>
          </a:prstGeom>
          <a:solidFill>
            <a:srgbClr val="0E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4709160"/>
            <a:ext cx="26883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Nadie ve el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5212080"/>
            <a:ext cx="26883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Cada centro tiene su propio calendario. Nadie ve el de la facultad completa.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4434840"/>
            <a:ext cx="3310128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4434840"/>
            <a:ext cx="50292" cy="1600200"/>
          </a:xfrm>
          <a:prstGeom prst="rect">
            <a:avLst/>
          </a:prstGeom>
          <a:solidFill>
            <a:srgbClr val="0E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4709160"/>
            <a:ext cx="26883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Se avisa tarde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5212080"/>
            <a:ext cx="26883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El choque se descubre cuando ya está difundido y no se puede mover.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1" y="4434840"/>
            <a:ext cx="3310128" cy="160020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4434840"/>
            <a:ext cx="50292" cy="1600200"/>
          </a:xfrm>
          <a:prstGeom prst="rect">
            <a:avLst/>
          </a:prstGeom>
          <a:solidFill>
            <a:srgbClr val="0E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4709160"/>
            <a:ext cx="26883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Nada queda registrado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5212080"/>
            <a:ext cx="26883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Al final del semestre no hay con qué demostrar el trabajo hecho.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MapFI · Facultad de Ingeniería UdeC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566928" cy="8229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3257"/>
                </a:solidFill>
                <a:latin typeface="Segoe UI"/>
              </a:rPr>
              <a:t>Qué es MapFI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Un calendario común de la facultad, con tres herramientas encima.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3310128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50292" cy="3291840"/>
          </a:xfrm>
          <a:prstGeom prst="rect">
            <a:avLst/>
          </a:prstGeom>
          <a:solidFill>
            <a:srgbClr val="0E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514600"/>
            <a:ext cx="26883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1 · Calendario común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017520"/>
            <a:ext cx="268833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Todas las fechas de los 14 centros, Vinculación con el Medio, Gearbox y Docencia en un mismo lugar.
Filtrable por carrera, año, entidad y tipo.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2240280"/>
            <a:ext cx="3310128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2240280"/>
            <a:ext cx="50292" cy="329184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514600"/>
            <a:ext cx="26883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2 · Calculador de fecha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017520"/>
            <a:ext cx="268833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Antes de fijar el día, te dice si choca, a cuánta gente podrías llegar y te propone alternativas mejores de esa semana.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2240280"/>
            <a:ext cx="3310128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2240280"/>
            <a:ext cx="50292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2514600"/>
            <a:ext cx="26883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3 · Reporte de impacto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3017520"/>
            <a:ext cx="268833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Un PDF con lo que hizo tu centro en el semestre: actividades, alcance y confiabilidad. Sirve para rendiciones y fondos.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MapFI · Facultad de Ingeniería UdeC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566928" cy="8229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3257"/>
                </a:solidFill>
                <a:latin typeface="Segoe UI"/>
              </a:rPr>
              <a:t>Antes de fijar la fecha, pregúntale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Escribes fecha y a quién apunta. MapFI responde en segundos.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5029200" cy="356616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688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00" b="1">
                <a:solidFill>
                  <a:srgbClr val="566678"/>
                </a:solidFill>
                <a:latin typeface="Segoe UI"/>
              </a:rPr>
              <a:t>Tú propones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0E3257"/>
                </a:solidFill>
                <a:latin typeface="Segoe UI"/>
              </a:rPr>
              <a:t>Charla de titulación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0F2033"/>
                </a:solidFill>
                <a:latin typeface="Segoe UI"/>
              </a:rPr>
              <a:t>Jueves 15 de mayo, 12:00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566678"/>
                </a:solidFill>
                <a:latin typeface="Segoe UI"/>
              </a:rPr>
              <a:t>Para: Industrial e Informática, 4.º y 5.º año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94560"/>
            <a:ext cx="5029200" cy="3566160"/>
          </a:xfrm>
          <a:prstGeom prst="rect">
            <a:avLst/>
          </a:prstGeom>
          <a:solidFill>
            <a:srgbClr val="0E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00" b="1">
                <a:solidFill>
                  <a:srgbClr val="9FB6CE"/>
                </a:solidFill>
                <a:latin typeface="Segoe UI"/>
              </a:rPr>
              <a:t>MapFI responde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803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C8A24B"/>
                </a:solidFill>
                <a:latin typeface="Segoe UI"/>
              </a:rPr>
              <a:t>Compatibilidad 41 %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11880"/>
            <a:ext cx="44805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Choca con un certamen de Termodinámica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Alcance estimado: 38 de 260 estudiantes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9FB6CE"/>
                </a:solidFill>
                <a:latin typeface="Segoe UI"/>
              </a:rPr>
              <a:t>Mejores alternativas esa semana: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Martes 13, 12:00  ·  94 %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Jueves 15, 15:30  ·  88 %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566678"/>
                </a:solidFill>
                <a:latin typeface="Segoe UI"/>
              </a:rPr>
              <a:t>Un clic en una alternativa y la fecha queda puesta en el formulario.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MapFI · Facultad de Ingeniería UdeC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566928" cy="8229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3257"/>
                </a:solidFill>
                <a:latin typeface="Segoe UI"/>
              </a:rPr>
              <a:t>Y si prefieres mirarlo de un vistazo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El mapa de calor muestra qué tan cargada está cada semana para cada grupo.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2487168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0F2033"/>
                </a:solidFill>
                <a:latin typeface="Segoe UI"/>
              </a:rPr>
              <a:t>Verde — Semana despejada para ese grupo. Buen momento.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37560"/>
            <a:ext cx="502920" cy="50292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3355848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0F2033"/>
                </a:solidFill>
                <a:latin typeface="Segoe UI"/>
              </a:rPr>
              <a:t>Amarillo — Ya hay actividad. Se puede, con cuidado.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4224528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0F2033"/>
                </a:solidFill>
                <a:latin typeface="Segoe UI"/>
              </a:rPr>
              <a:t>Rojo — Saturada. Otra actividad más no la va a ver nadie.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468112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566678"/>
                </a:solidFill>
                <a:latin typeface="Segoe UI"/>
              </a:rPr>
              <a:t>Se lee por carrera y año: “3.º de Civil Industrial” tiene su propia carga, distinta a la de 1.º de Informática.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MapFI · Facultad de Ingeniería UdeC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566928" cy="8229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3257"/>
                </a:solidFill>
                <a:latin typeface="Segoe UI"/>
              </a:rPr>
              <a:t>Cargar el semestre completo toma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No hay que ingresar las fechas una por una.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solidFill>
            <a:srgbClr val="0E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C8A24B"/>
                </a:solidFill>
                <a:latin typeface="Segoe UI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889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fechas cargadas desde una planilla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9FB6CE"/>
                </a:solidFill>
                <a:latin typeface="Segoe UI"/>
              </a:rPr>
              <a:t>en 3,3 segundos, sin errores  ·  medido en pruebas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F2033"/>
                </a:solidFill>
                <a:latin typeface="Segoe UI"/>
              </a:rPr>
              <a:t>Cómo se hace: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46320"/>
            <a:ext cx="384048" cy="3840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3257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882896"/>
            <a:ext cx="9784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Descargas la plantilla desde la misma plataforma.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349240"/>
            <a:ext cx="384048" cy="3840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3257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385816"/>
            <a:ext cx="9784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La llenas en Excel con las fechas del semestre.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852160"/>
            <a:ext cx="384048" cy="384048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3257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888736"/>
            <a:ext cx="9784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La subes. Si una fila tiene un error, te dice cuál y por qué.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MapFI · Facultad de Ingeniería UdeC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566928" cy="8229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3257"/>
                </a:solidFill>
                <a:latin typeface="Segoe UI"/>
              </a:rPr>
              <a:t>Tu centro manda sobre lo suyo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No hay que pedirle permiso a nadie para publicar ni para corregir.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5029200" cy="169164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50292" cy="1691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514600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Publicas al instante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017520"/>
            <a:ext cx="44074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Lo que cargas aparece de inmediato en el calendario. No hay una cola de aprobación esperando que alguien la revise.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240280"/>
            <a:ext cx="5029200" cy="169164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240280"/>
            <a:ext cx="50292" cy="1691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6" y="2514600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Eliminas lo tuyo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0256" y="3017520"/>
            <a:ext cx="44074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Si se cancela o te equivocaste, lo borras tú. Nadie más tiene que intervenir.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51960"/>
            <a:ext cx="10515600" cy="1600200"/>
          </a:xfrm>
          <a:prstGeom prst="rect">
            <a:avLst/>
          </a:prstGeom>
          <a:solidFill>
            <a:srgbClr val="F4F7FA"/>
          </a:solidFill>
          <a:ln w="19050">
            <a:solidFill>
              <a:srgbClr val="C8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526280"/>
            <a:ext cx="9784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800" b="1">
                <a:solidFill>
                  <a:srgbClr val="0E3257"/>
                </a:solidFill>
                <a:latin typeface="Segoe UI"/>
              </a:rPr>
              <a:t>A cambio: queda constancia pública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566678"/>
                </a:solidFill>
                <a:latin typeface="Segoe UI"/>
              </a:rPr>
              <a:t>Durante 30 días el calendario muestra qué se eliminó y qué centro lo hizo. No es control: es para que quien ya había visto la fecha en su agenda se entere de que se canceló.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MapFI · Facultad de Ingeniería UdeC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566928" cy="8229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3257"/>
                </a:solidFill>
                <a:latin typeface="Segoe UI"/>
              </a:rPr>
              <a:t>Qué gana tu centro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Más allá de no chocar con un certamen.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3310128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50292" cy="33832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514600"/>
            <a:ext cx="26883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Reporte de impacto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017520"/>
            <a:ext cx="268833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Un PDF por semestre con tus actividades, a cuántos estudiantes llegaste y tu porcentaje de cumplimiento.
Listo para una rendición o una postulación a fondos.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2240280"/>
            <a:ext cx="3310128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2240280"/>
            <a:ext cx="50292" cy="33832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514600"/>
            <a:ext cx="26883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Sello de Coordinación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017520"/>
            <a:ext cx="268833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Se otorga solo al centro que planifica bien: al menos 3 actividades, consulta la compatibilidad antes de fijar fechas y reprograma poco.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2240280"/>
            <a:ext cx="3310128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2240280"/>
            <a:ext cx="50292" cy="338328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2514600"/>
            <a:ext cx="26883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0E3257"/>
                </a:solidFill>
                <a:latin typeface="Segoe UI"/>
              </a:rPr>
              <a:t>Visibilidad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3017520"/>
            <a:ext cx="268833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566678"/>
                </a:solidFill>
                <a:latin typeface="Segoe UI"/>
              </a:rPr>
              <a:t>Tu actividad aparece frente a los estudiantes que de verdad le sirven, no perdida entre fechas de otras carreras.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MapFI · Facultad de Ingeniería UdeC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566928" cy="8229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3257"/>
                </a:solidFill>
                <a:latin typeface="Segoe UI"/>
              </a:rPr>
              <a:t>Para que te encuentren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El calendario tiene un filtro pensado para el estudiante que busca qué hacer.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87168"/>
            <a:ext cx="9784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E3257"/>
                </a:solidFill>
                <a:latin typeface="Segoe UI"/>
              </a:rPr>
              <a:t>Casilla: “Solo actividades para participar”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20440"/>
            <a:ext cx="5029200" cy="210312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767328"/>
            <a:ext cx="4389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15803D"/>
                </a:solidFill>
                <a:latin typeface="Segoe UI"/>
              </a:rPr>
              <a:t>Se muestra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0F2033"/>
                </a:solidFill>
                <a:latin typeface="Segoe UI"/>
              </a:rPr>
              <a:t>Charlas, talleres, eventos y extraprogramáticas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0F2033"/>
                </a:solidFill>
                <a:latin typeface="Segoe UI"/>
              </a:rPr>
              <a:t>Todo lo de Vinculación con el Medio y Gearbox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520440"/>
            <a:ext cx="5029200" cy="210312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767328"/>
            <a:ext cx="4389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B91C1C"/>
                </a:solidFill>
                <a:latin typeface="Segoe UI"/>
              </a:rPr>
              <a:t>Se oculta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0F2033"/>
                </a:solidFill>
                <a:latin typeface="Segoe UI"/>
              </a:rPr>
              <a:t>Evaluaciones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0F2033"/>
                </a:solidFill>
                <a:latin typeface="Segoe UI"/>
              </a:rPr>
              <a:t>Hitos académicos y entregas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566678"/>
                </a:solidFill>
                <a:latin typeface="Segoe UI"/>
              </a:rPr>
              <a:t>Por eso importa elegir bien el tipo al cargar: una charla marcada como “hito académico” no aparece aquí.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MapFI · Facultad de Ingeniería UdeC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566928" cy="82296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E3257"/>
                </a:solidFill>
                <a:latin typeface="Segoe UI"/>
              </a:rPr>
              <a:t>Qué necesitamos de ustedes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66678"/>
                </a:solidFill>
                <a:latin typeface="Segoe UI"/>
              </a:rPr>
              <a:t>Tres cosas concretas. Ninguna toma más de una tarde.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5156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54864" cy="11430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50592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8A24B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487168"/>
            <a:ext cx="9144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800" b="1">
                <a:solidFill>
                  <a:srgbClr val="0E3257"/>
                </a:solidFill>
                <a:latin typeface="Segoe UI"/>
              </a:rPr>
              <a:t>Carguen sus fechas del semestre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566678"/>
                </a:solidFill>
                <a:latin typeface="Segoe UI"/>
              </a:rPr>
              <a:t>Con la plantilla es una sola sesión. Mientras más completo el calendario, más sirve para todos.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11880"/>
            <a:ext cx="105156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54864" cy="11430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76472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8A24B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3813048"/>
            <a:ext cx="9144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800" b="1">
                <a:solidFill>
                  <a:srgbClr val="0E3257"/>
                </a:solidFill>
                <a:latin typeface="Segoe UI"/>
              </a:rPr>
              <a:t>Consulten antes de fijar la fecha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566678"/>
                </a:solidFill>
                <a:latin typeface="Segoe UI"/>
              </a:rPr>
              <a:t>Treinta segundos en el calculador evitan una actividad vacía.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37760"/>
            <a:ext cx="1051560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937760"/>
            <a:ext cx="54864" cy="1143000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5102352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C8A24B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138928"/>
            <a:ext cx="91440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800" b="1">
                <a:solidFill>
                  <a:srgbClr val="0E3257"/>
                </a:solidFill>
                <a:latin typeface="Segoe UI"/>
              </a:rPr>
              <a:t>Elijan bien el tipo de actividad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566678"/>
                </a:solidFill>
                <a:latin typeface="Segoe UI"/>
              </a:rPr>
              <a:t>Es lo que hace que su actividad se encuentre en los filtros.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MapFI · Facultad de Ingeniería UdeC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32764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A7B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148840"/>
            <a:ext cx="822960" cy="1005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Ningún evento debería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C8A24B"/>
                </a:solidFill>
                <a:latin typeface="Segoe UI"/>
              </a:rPr>
              <a:t>pisar a otro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605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C9D6E4"/>
                </a:solidFill>
                <a:latin typeface="Segoe UI"/>
              </a:rPr>
              <a:t>Esa es toda la idea. El resto son herramientas para lograrlo.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2578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¿Consultas?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38251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FA6BE"/>
                </a:solidFill>
                <a:latin typeface="Segoe UI"/>
              </a:rPr>
              <a:t>CEEIND 2026 · Plan Estratégico 2030 · en colaboración con GIIA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